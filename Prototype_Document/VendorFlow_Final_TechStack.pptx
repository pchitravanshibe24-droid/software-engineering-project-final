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80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A34A"/>
                </a:solidFill>
              </a:rPr>
              <a:t>1. 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500"/>
              </a:lnSpc>
            </a:pPr>
            <a:r>
              <a:rPr lang="en-US" sz="1800" dirty="0">
                <a:solidFill>
                  <a:srgbClr val="333333"/>
                </a:solidFill>
              </a:rPr>
              <a:t>VendorFlow is a localized e-commerce platform designed to bridge the digital gap for small businesses.It provides a dedicated digital storefront for local vendors to sell their products directly to their community.The prototype demonstrates a complete, seamless user journey from shop discovery to order placement.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A34A"/>
                </a:solidFill>
              </a:rPr>
              <a:t>2. Background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500"/>
              </a:lnSpc>
            </a:pPr>
            <a:r>
              <a:rPr lang="en-US" sz="1800" dirty="0">
                <a:solidFill>
                  <a:srgbClr val="333333"/>
                </a:solidFill>
              </a:rPr>
              <a:t>Rise of Quick-Commerce: Large platforms (e.g., Blinkit, Instamart) are changing consumer shopping habits.Vendor Struggle: Small, local shops often lack the technical resources or capital to build an independent online presence.The Goal: Level the playing field by offering an accessible, professional, and easy-to-manage digital platform for neighborhood vendors.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A34A"/>
                </a:solidFill>
              </a:rPr>
              <a:t>3. Core Use Cases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500"/>
              </a:lnSpc>
            </a:pPr>
            <a:r>
              <a:rPr lang="en-US" sz="1800" dirty="0">
                <a:solidFill>
                  <a:srgbClr val="333333"/>
                </a:solidFill>
              </a:rPr>
              <a:t>Customer - Shop Discovery: Customers can browse nearby registered shops based on categories.Customer - Ordering: Browsing product listings, managing a cart, placing orders, and viewing order history.Vendor - Onboarding: A seamless registration flow for local business owners to bring their shop online.Vendor - Operations: Managing product inventory, updating order statuses, and viewing sales analytics.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A34A"/>
                </a:solidFill>
              </a:rPr>
              <a:t>4.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500"/>
              </a:lnSpc>
            </a:pPr>
            <a:r>
              <a:rPr lang="en-US" sz="1800" dirty="0">
                <a:solidFill>
                  <a:srgbClr val="333333"/>
                </a:solidFill>
              </a:rPr>
              <a:t>Frontend-First Approach: Developed an MVP focusing heavily on User Experience (UX) and visual polish.Agile Prototyping: Rapid iteration of UI components to validate the user journey before heavy backend development.Iterative Development: Creating a robust architectural foundation with separate Frontend and Backend ecosystems.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A34A"/>
                </a:solidFill>
              </a:rPr>
              <a:t>5. Frontend Technologies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React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UI component framework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Vite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5.4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Frontend build tool &amp; dev server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Tailwind CSS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3.x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Utility-first CSS styling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React Router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v6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Client-side routing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Axios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1.x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HTTP client for API calls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A34A"/>
                </a:solidFill>
              </a:rPr>
              <a:t>6. Backend &amp; Database Technologies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8404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Java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Core programming language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Spring Boot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3.2.3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Backend application framework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Spring Security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6.x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Authentication &amp; authorization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Spring Data JPA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3.2.3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Database abstraction layer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Hibernate ORM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6.4.4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Object-relational mapping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JJWT (Java JWT)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0.12.3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JWT token generation &amp; validation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BCrypt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(Spring Security)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Password hashing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Maven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3.9.6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Build tool &amp; dependency management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0040">
                <a:tc grid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Database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PostgreSQL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Relational database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HikariCP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(bundled)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Database connection pooling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A34A"/>
                </a:solidFill>
              </a:rPr>
              <a:t>7. Result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75139" y="100115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500"/>
              </a:lnSpc>
            </a:pPr>
            <a:r>
              <a:rPr lang="en-US" sz="1800" dirty="0">
                <a:solidFill>
                  <a:srgbClr val="333333"/>
                </a:solidFill>
              </a:rPr>
              <a:t>Customer Marketplace: Delivered a functional shopping experience including shop filtering, a dynamic cart, and checkout flow.Vendor Portal: Created a comprehensive dashboard featuring real-time order management and product tracking.Outcome: A highly interactive, startup-ready prototype validating the core business concept and technical UX requirements.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308" y="-35168"/>
            <a:ext cx="6430107" cy="26376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308" y="2602524"/>
            <a:ext cx="6430107" cy="260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740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401</Words>
  <Application>Microsoft Office PowerPoint</Application>
  <PresentationFormat>On-screen Show (16:9)</PresentationFormat>
  <Paragraphs>71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2</cp:revision>
  <dcterms:created xsi:type="dcterms:W3CDTF">2026-09-14T04:50:27Z</dcterms:created>
  <dcterms:modified xsi:type="dcterms:W3CDTF">2026-09-14T04:55:33Z</dcterms:modified>
</cp:coreProperties>
</file>