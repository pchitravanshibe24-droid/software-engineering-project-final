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</a:rPr>
              <a:t>VendorFlow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1717"/>
                </a:solidFill>
              </a:rPr>
              <a:t>Platform Prototype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Connecting Local Shops with the Community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We Have Built (Overview)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Developed a complete, responsive frontend MVP.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Engineered two distinct experiences: Customer Marketplace &amp; Vendor Dashboard.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Focused on modern, trustworthy UI/UX using brand colors (Green &amp; Charcoal).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Included smooth micro-interactions to make it feel like a real startup product.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Customer Flow Implementation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333333"/>
                </a:solidFill>
              </a:rPr>
              <a:t>Home Page: Category browsing and local shop discovery.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Shop Details: Individual product listings with dynamic quantity controls.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Shopping Cart: Persistent cart that calculates totals and delivery fees.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Checkout &amp; Orders: Form validation leading to an animated success sequence and history tracking.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Vendor Flow Implementation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333333"/>
                </a:solidFill>
              </a:rPr>
              <a:t>Onboarding: Multi-step animated sequence (Details, Owner, Operations).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Dashboard: High-level statistical cards and layout for managing operations.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Order Management: Interface to immediately change customer order statuses.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Analytics: Beautiful simulated CSS-based bar charts visualizing sales data.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How We Built It (Technology Stack)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►"/>
            </a:pPr>
            <a:r>
              <a:rPr lang="en-US" sz="2000" dirty="0">
                <a:solidFill>
                  <a:srgbClr val="333333"/>
                </a:solidFill>
              </a:rPr>
              <a:t>Framework: Next.js 14 (App Router) for scalable, fast routing.</a:t>
            </a:r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Styling: Tailwind CSS for rapid, consistent, and responsive design.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Interactivity: Framer Motion for animations &amp; Lucide React for icons.</a:t>
            </a:r>
            <a:endParaRPr lang="en-US" sz="20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Data/State: React Context API + LocalStorage to simulate a real-time database.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2026-09-13T21:44:26Z</dcterms:created>
  <dcterms:modified xsi:type="dcterms:W3CDTF">2026-09-13T21:44:26Z</dcterms:modified>
</cp:coreProperties>
</file>