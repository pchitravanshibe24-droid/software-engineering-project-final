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3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8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22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3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84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5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4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3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85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08F4B-1AAA-4339-818F-5AEA5BD14900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15539-AA0F-460C-A220-6F561875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5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126"/>
            <a:ext cx="12192000" cy="688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9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65237"/>
          </a:xfrm>
        </p:spPr>
      </p:pic>
    </p:spTree>
    <p:extLst>
      <p:ext uri="{BB962C8B-B14F-4D97-AF65-F5344CB8AC3E}">
        <p14:creationId xmlns:p14="http://schemas.microsoft.com/office/powerpoint/2010/main" val="4225451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52988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3445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</cp:revision>
  <dcterms:created xsi:type="dcterms:W3CDTF">2026-08-09T20:56:32Z</dcterms:created>
  <dcterms:modified xsi:type="dcterms:W3CDTF">2026-08-30T06:51:04Z</dcterms:modified>
</cp:coreProperties>
</file>